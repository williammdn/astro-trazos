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E6AE"/>
                </a:solidFill>
                <a:latin typeface="Arial"/>
              </a:defRPr>
            </a:pPr>
            <a:r>
              <a:t>Astro-Trazos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AFF"/>
                </a:solidFill>
              </a:defRPr>
            </a:pPr>
            <a:r>
              <a:t>Geometría en movimiento · Proyecto de Computación Gráfica</a:t>
            </a:r>
          </a:p>
        </p:txBody>
      </p:sp>
      <p:pic>
        <p:nvPicPr>
          <p:cNvPr id="4" name="Picture 3" descr="01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7589520" cy="4270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20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Grupo 04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Siete escenas jugables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Niños de 9 a 12 años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BDE3"/>
                </a:solidFill>
              </a:defRPr>
            </a:pPr>
            <a:r>
              <a:t>ASTRO-TRAZOS  ·  UNAJMA 2026-II                                         01/10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E6AE"/>
                </a:solidFill>
                <a:latin typeface="Arial"/>
              </a:defRPr>
            </a:pPr>
            <a:r>
              <a:t>Problema y propósito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AFF"/>
                </a:solidFill>
              </a:defRPr>
            </a:pPr>
            <a:r>
              <a:t>Que una construcción geométrica produzca un resultado visible</a:t>
            </a:r>
          </a:p>
        </p:txBody>
      </p:sp>
      <p:pic>
        <p:nvPicPr>
          <p:cNvPr id="4" name="Picture 3" descr="02_despe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7589520" cy="4270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20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Dibujar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Probar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Observar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Ajustar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BDE3"/>
                </a:solidFill>
              </a:defRPr>
            </a:pPr>
            <a:r>
              <a:t>ASTRO-TRAZOS  ·  UNAJMA 2026-II                                         02/10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E6AE"/>
                </a:solidFill>
                <a:latin typeface="Arial"/>
              </a:defRPr>
            </a:pPr>
            <a:r>
              <a:t>Mecánica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AFF"/>
                </a:solidFill>
              </a:defRPr>
            </a:pPr>
            <a:r>
              <a:t>El pincel crea objetos medibles</a:t>
            </a:r>
          </a:p>
        </p:txBody>
      </p:sp>
      <p:pic>
        <p:nvPicPr>
          <p:cNvPr id="4" name="Picture 3" descr="03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7589520" cy="4270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20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Trazos aproximados se ajustan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Las medidas gobiernan la simulación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El error también se pone a prueba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BDE3"/>
                </a:solidFill>
              </a:defRPr>
            </a:pPr>
            <a:r>
              <a:t>ASTRO-TRAZOS  ·  UNAJMA 2026-II                                         03/10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E6AE"/>
                </a:solidFill>
                <a:latin typeface="Arial"/>
              </a:defRPr>
            </a:pPr>
            <a:r>
              <a:t>Siete desafíos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AFF"/>
                </a:solidFill>
              </a:defRPr>
            </a:pPr>
            <a:r>
              <a:t>Una propiedad distinta en cada escena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Ruta: longitud y pendiente   •   Vector: dirección</a:t>
            </a:r>
          </a:p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Rampa: ángulo   •   Balanza: área</a:t>
            </a:r>
          </a:p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Láseres: intersección   •   Escudo: polígono</a:t>
            </a:r>
          </a:p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Órbita: radio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BDE3"/>
                </a:solidFill>
              </a:defRPr>
            </a:pPr>
            <a:r>
              <a:t>ASTRO-TRAZOS  ·  UNAJMA 2026-II                                         04/10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E6AE"/>
                </a:solidFill>
                <a:latin typeface="Arial"/>
              </a:defRPr>
            </a:pPr>
            <a:r>
              <a:t>Ejemplo: El peso justo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AFF"/>
                </a:solidFill>
              </a:defRPr>
            </a:pPr>
            <a:r>
              <a:t>40 u × 30 u = 1200 u²</a:t>
            </a:r>
          </a:p>
        </p:txBody>
      </p:sp>
      <p:pic>
        <p:nvPicPr>
          <p:cNvPr id="4" name="Picture 3" descr="09_peso_constru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7589520" cy="4270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20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Medidas mientras arrastras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Pasos de 5 unidades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La balanza reacciona al área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BDE3"/>
                </a:solidFill>
              </a:defRPr>
            </a:pPr>
            <a:r>
              <a:t>ASTRO-TRAZOS  ·  UNAJMA 2026-II                                         05/10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E6AE"/>
                </a:solidFill>
                <a:latin typeface="Arial"/>
              </a:defRPr>
            </a:pPr>
            <a:r>
              <a:t>Intersección que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AFF"/>
                </a:solidFill>
              </a:defRPr>
            </a:pPr>
            <a:r>
              <a:t>Una barrera detiene un láser donde lo cruza</a:t>
            </a:r>
          </a:p>
        </p:txBody>
      </p:sp>
      <p:pic>
        <p:nvPicPr>
          <p:cNvPr id="4" name="Picture 3" descr="06_ray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7589520" cy="4270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20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AABB descarta pares lejanos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Intersección calcula el punto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El haz termina en ese punto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BDE3"/>
                </a:solidFill>
              </a:defRPr>
            </a:pPr>
            <a:r>
              <a:t>ASTRO-TRAZOS  ·  UNAJMA 2026-II                                         06/10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E6AE"/>
                </a:solidFill>
                <a:latin typeface="Arial"/>
              </a:defRPr>
            </a:pPr>
            <a:r>
              <a:t>Algoritmos gráficos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AFF"/>
                </a:solidFill>
              </a:defRPr>
            </a:pPr>
            <a:r>
              <a:t>Técnicas solicitadas para el tema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Transformación: T · R · S con matrices 3 × 3</a:t>
            </a:r>
          </a:p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Clipping: Cohen–Sutherland al viewport</a:t>
            </a:r>
          </a:p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Colisiones: AABB + segmentos</a:t>
            </a:r>
          </a:p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SVG + animación del resultado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BDE3"/>
                </a:solidFill>
              </a:defRPr>
            </a:pPr>
            <a:r>
              <a:t>ASTRO-TRAZOS  ·  UNAJMA 2026-II                                         07/10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E6AE"/>
                </a:solidFill>
                <a:latin typeface="Arial"/>
              </a:defRPr>
            </a:pPr>
            <a:r>
              <a:t>Arquitectura y verificación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AFF"/>
                </a:solidFill>
              </a:defRPr>
            </a:pPr>
            <a:r>
              <a:t>Del puntero al resultado</a:t>
            </a:r>
          </a:p>
        </p:txBody>
      </p:sp>
      <p:pic>
        <p:nvPicPr>
          <p:cNvPr id="4" name="Picture 3" descr="07_poligo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7589520" cy="4270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20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Puntero → ajuste → medida → evaluación → animación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Node 24 · Vite 8 · Vitest 5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17 pruebas aprobadas · lint limpio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BDE3"/>
                </a:solidFill>
              </a:defRPr>
            </a:pPr>
            <a:r>
              <a:t>ASTRO-TRAZOS  ·  UNAJMA 2026-II                                         08/10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E6AE"/>
                </a:solidFill>
                <a:latin typeface="Arial"/>
              </a:defRPr>
            </a:pPr>
            <a:r>
              <a:t>RSU documentada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AFF"/>
                </a:solidFill>
              </a:defRPr>
            </a:pPr>
            <a:r>
              <a:t>Jornada virtual del 18 de octubre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Academia Virtual DAEMON</a:t>
            </a:r>
          </a:p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Siete estudiantes identificados por códigos</a:t>
            </a:r>
          </a:p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Capturas de menú, desafío y cierre</a:t>
            </a:r>
          </a:p>
          <a:p>
            <a:pPr>
              <a:spcAft>
                <a:spcPts val="1800"/>
              </a:spcAft>
              <a:defRPr sz="2300">
                <a:solidFill>
                  <a:srgbClr val="F7F9FF"/>
                </a:solidFill>
                <a:latin typeface="Arial"/>
              </a:defRPr>
            </a:pPr>
            <a:r>
              <a:t>• Sin medición de aprendizaje pre/post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BDE3"/>
                </a:solidFill>
              </a:defRPr>
            </a:pPr>
            <a:r>
              <a:t>ASTRO-TRAZOS  ·  UNAJMA 2026-II                                         09/10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8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E6AE"/>
                </a:solidFill>
                <a:latin typeface="Arial"/>
              </a:defRPr>
            </a:pPr>
            <a:r>
              <a:t>Demostración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AEAFF"/>
                </a:solidFill>
              </a:defRPr>
            </a:pPr>
            <a:r>
              <a:t>Construir, explicar y comprobar</a:t>
            </a:r>
          </a:p>
        </p:txBody>
      </p:sp>
      <p:pic>
        <p:nvPicPr>
          <p:cNvPr id="4" name="Picture 3" descr="08_orb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19072"/>
            <a:ext cx="7589520" cy="42702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58200" y="169164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Demo sin conexión disponible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Ensayo pendiente en Laboratorio 05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Rúbrica de aprendizaje por aplicar</a:t>
            </a:r>
          </a:p>
          <a:p>
            <a:pPr>
              <a:spcAft>
                <a:spcPts val="1800"/>
              </a:spcAft>
              <a:defRPr sz="1800">
                <a:solidFill>
                  <a:srgbClr val="F7F9FF"/>
                </a:solidFill>
                <a:latin typeface="Arial"/>
              </a:defRPr>
            </a:pPr>
            <a:r>
              <a:t>• Firma de constancia pendiente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BDE3"/>
                </a:solidFill>
              </a:defRPr>
            </a:pPr>
            <a:r>
              <a:t>ASTRO-TRAZOS  ·  UNAJMA 2026-II                                      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